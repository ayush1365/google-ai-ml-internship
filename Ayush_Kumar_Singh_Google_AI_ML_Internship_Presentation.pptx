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600" b="1">
                <a:solidFill>
                  <a:srgbClr val="0B2B54"/>
                </a:solidFill>
                <a:latin typeface="Aptos"/>
              </a:defRPr>
            </a:pPr>
            <a:r>
              <a:t>GOOGLE AI-ML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1B4F86"/>
                </a:solidFill>
                <a:latin typeface="Aptos"/>
              </a:defRPr>
            </a:pPr>
            <a:r>
              <a:t>Virtual Internship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03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AYUSH KUMAR SINGH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B.Tech (Computer Science and Engineering)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IILM University, Greater Noida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August–October 2026  |  8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Candidate &amp; 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2519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27048"/>
            <a:ext cx="64008" cy="403250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Candidate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73168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  <a:latin typeface="Aptos"/>
              </a:defRPr>
            </a:pPr>
            <a:r>
              <a:t>Student Name: Ayush Singh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  <a:latin typeface="Aptos"/>
              </a:defRPr>
            </a:pPr>
            <a:r>
              <a:t>Degree: B.Tech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  <a:latin typeface="Aptos"/>
              </a:defRPr>
            </a:pPr>
            <a:r>
              <a:t>Branch: Computer Science and Engineering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  <a:latin typeface="Aptos"/>
              </a:defRPr>
            </a:pPr>
            <a:r>
              <a:t>Institute: IILM University, Greater Noida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  <a:latin typeface="Aptos"/>
              </a:defRPr>
            </a:pPr>
            <a:r>
              <a:t>Internship period: August–October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2519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27048"/>
            <a:ext cx="64008" cy="403250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73168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Program: AICTE–EduSkills Virtual Internship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Domain: Google AI-ML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Duration: 8 weeks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Support: Google for Developers / India Edu Program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Learning focus: Neural networks, object detection, product image search and image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Program &amp; Organization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The offer letter identifies EduSkills as the organization issuing the internship offer.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The internship is presented as an AICTE–EduSkills Virtual Internship.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The certificate identifies the AI-ML Virtual Internship and shows support from Google for Developers / India Edu Program.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The completion certificate states that the 8-week internship was completed during August–October 2026.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The program combines structured weekly learning with assessments and practical assignments.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Learning Context &amp;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0233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18488"/>
            <a:ext cx="64008" cy="380390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Industry-Relevant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73168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Build foundational understanding of machine learning and neural networks, including image recognition and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0233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18488"/>
            <a:ext cx="64008" cy="380390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Practical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73168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Explore object detection, TensorFlow Lite, Model Maker, visual product search and custom image-classification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Eight-Week Learning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64008" cy="859536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1  |  Neural networks with TensorFlow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ML fundamentals and convolutional neural networks for image recognition/classification.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234440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344168"/>
            <a:ext cx="64008" cy="859536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990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2  |  Introduction to object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Use pretrained object detectors in mobile apps.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96312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64008" cy="859536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660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3  |  Advanced object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90672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Train custom object-detection models with TensorFlow Lite and Model Maker.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496312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2606040"/>
            <a:ext cx="64008" cy="859536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4  |  Product image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90672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Build a product image-search feature using on-device object detection.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58183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867911"/>
            <a:ext cx="64008" cy="859536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2277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5  |  Product image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352544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Detect objects in static images and live camera feeds.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3758183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3867911"/>
            <a:ext cx="64008" cy="859536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92277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6  |  Product image search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352544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Build backend integration for mobile visual product search.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020056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129784"/>
            <a:ext cx="64008" cy="859536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1846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7  |  Image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614416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Build custom image-classification models.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5020056"/>
            <a:ext cx="5257800" cy="1078992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1928" y="5129784"/>
            <a:ext cx="64008" cy="859536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1846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Week 8  |  Image classification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614416"/>
            <a:ext cx="48188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Create and integrate a custom image classifier into an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Core Technical Learning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20440" cy="42519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27048"/>
            <a:ext cx="64008" cy="403250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81528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Machine learning fundamentals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TensorFlow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Convolutional neural networks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Image recognition and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42519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27048"/>
            <a:ext cx="64008" cy="403250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Object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81528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Pretrained detectors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Custom object-detection models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TensorFlow Lite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Model Maker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  <a:latin typeface="Aptos"/>
              </a:defRPr>
            </a:pPr>
            <a:r>
              <a:t>• Mobile app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520440" cy="425196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27048"/>
            <a:ext cx="64008" cy="403250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Visual Search &amp;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081528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• Product image search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• Static image and live camera inputs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• Backend integration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• Custom image classifiers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• App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Internship Workflow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7"/>
            <a:ext cx="64008" cy="138074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01  Structured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Follow the week-wise module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64207"/>
            <a:ext cx="64008" cy="138074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02  Practical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488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Apply concepts in technical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664207"/>
            <a:ext cx="64008" cy="138074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719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03  Weekly Assessments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1488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Track understanding and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21608"/>
            <a:ext cx="64008" cy="138074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76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04  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Submit project documentation where required.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118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721608"/>
            <a:ext cx="64008" cy="138074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76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05  Final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2062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Complete the final-week assessment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611880"/>
            <a:ext cx="3520440" cy="160020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3721608"/>
            <a:ext cx="64008" cy="138074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3776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06 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206240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Certificate awarded after required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E6A78"/>
                </a:solidFill>
                <a:latin typeface="Aptos"/>
              </a:defRPr>
            </a:pPr>
            <a:r>
              <a:t>The offer letter states that the final grade depends on weekly assessments, project submissions and the final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Develop a stronger understanding of machine learning and neural networks.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Understand how object detection can be used in mobile applications.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Gain exposure to TensorFlow Lite and Model Maker for custom detection models.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Understand the workflow behind product image search and backend integration.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Explore building and integrating custom image-classification models.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  <a:latin typeface="Aptos"/>
              </a:defRPr>
            </a:pPr>
            <a:r>
              <a:t>• Strengthen technical documentation, assessment and practical problem-solving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Official Internship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0B2B54"/>
                </a:solidFill>
                <a:latin typeface="Aptos"/>
              </a:defRPr>
            </a:pPr>
            <a:r>
              <a:t>INTERNSHIP OFFER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0B2B54"/>
                </a:solidFill>
                <a:latin typeface="Aptos"/>
              </a:defRPr>
            </a:pPr>
            <a:r>
              <a:t>COMPLETION CERTIFICATE</a:t>
            </a:r>
          </a:p>
        </p:txBody>
      </p:sp>
      <p:pic>
        <p:nvPicPr>
          <p:cNvPr id="7" name="Picture 6" descr="offer_letter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3931920" cy="4663440"/>
          </a:xfrm>
          <a:prstGeom prst="rect">
            <a:avLst/>
          </a:prstGeom>
        </p:spPr>
      </p:pic>
      <p:pic>
        <p:nvPicPr>
          <p:cNvPr id="8" name="Picture 7" descr="ai_ml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17320"/>
            <a:ext cx="3840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Official Verification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420624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64008" cy="3986783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Offer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18888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Reference No.: C18Y2026M081530773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Internship Domain: Google AI-ML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Duration: August 2026–October 2026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Program: 8-week AICTE–EduSkills Virtual Internship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Note: The offer letter says it is valid for official purposes only after successful completion and issuance of the completion certificate.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57800" cy="420624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64008" cy="3986783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Completion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18888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Certificate: AI-ML Virtual Internship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Student: Ayush Singh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Institute: IILM University, Greater Noida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Duration: August–October 2026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Supported by: India Edu Program / Google for Developers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  <a:latin typeface="Aptos"/>
              </a:defRPr>
            </a:pPr>
            <a:r>
              <a:t>Certificate ID: 494aae844b166f934bbc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2B54"/>
                </a:solidFill>
                <a:latin typeface="Aptos Display"/>
              </a:defRPr>
            </a:pPr>
            <a:r>
              <a:t>Internship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9672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A78"/>
                </a:solidFill>
                <a:latin typeface="Aptos"/>
              </a:defRPr>
            </a:pPr>
            <a:r>
              <a:t>Ayush Kumar Singh  |  IILM University, Greater Noida  |  Google AI-ML Internship  •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352044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27048"/>
            <a:ext cx="64008" cy="330098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94436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32B37"/>
                </a:solidFill>
                <a:latin typeface="Aptos"/>
              </a:defRPr>
            </a:pPr>
            <a:r>
              <a:t>8 weeks</a:t>
            </a:r>
          </a:p>
          <a:p>
            <a:pPr>
              <a:spcAft>
                <a:spcPts val="700"/>
              </a:spcAft>
              <a:defRPr sz="2100" b="0">
                <a:solidFill>
                  <a:srgbClr val="232B37"/>
                </a:solidFill>
                <a:latin typeface="Aptos"/>
              </a:defRPr>
            </a:pPr>
            <a:r>
              <a:t>August–October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352044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527048"/>
            <a:ext cx="64008" cy="3300984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Main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11680"/>
            <a:ext cx="294436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Neural networks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Object detection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Product image search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Image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383280" cy="3520440"/>
          </a:xfrm>
          <a:prstGeom prst="roundRect">
            <a:avLst/>
          </a:prstGeom>
          <a:solidFill>
            <a:srgbClr val="F4F8FD"/>
          </a:solidFill>
          <a:ln>
            <a:solidFill>
              <a:srgbClr val="DC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27048"/>
            <a:ext cx="64008" cy="3300984"/>
          </a:xfrm>
          <a:prstGeom prst="rect">
            <a:avLst/>
          </a:prstGeom>
          <a:solidFill>
            <a:srgbClr val="1B4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819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94436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Weekly assessments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Required assignments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Final assessment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B2B54"/>
                </a:solidFill>
                <a:latin typeface="Aptos"/>
              </a:defRPr>
            </a:pPr>
            <a:r>
              <a:t>A structured learning experience focused on applied AI/ML concepts and computer-vision use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2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0B2B5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AYUSH KUMAR SINGH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B.Tech (Computer Science and Engineering)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IILM University, Greater Noida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32B37"/>
                </a:solidFill>
                <a:latin typeface="Aptos"/>
              </a:defRPr>
            </a:pPr>
            <a:r>
              <a:t>Google AI-ML Virtual Internship  |  August–October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